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49880-AF5C-6D96-970C-1D7101B2F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F8DC9-6CFF-D580-810B-8035D6B90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75D47-6F0E-B9ED-897B-F24ADBB65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6AAB-83B6-4CB7-83E4-FE9A494419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E7E73-78F6-E3D4-41C1-34BD396C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66894-4256-C17B-2F6D-49256DF2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30C4A-2F39-4367-A7D1-9B5790ED1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852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EC3C6-2D2E-41E5-8F20-2AA493CC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71C16-145A-E775-C2FF-6C21CF64A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E1A21-9626-81FE-FA35-C4806BB70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6AAB-83B6-4CB7-83E4-FE9A494419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32A51-228C-25F2-33E9-706576237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96848-CB41-2757-4AA9-69D9DDF8B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30C4A-2F39-4367-A7D1-9B5790ED1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576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8193A-3A6D-7932-7943-D3CC26EE3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BFF45-5351-A03A-8D11-AB1B68132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EA85E-CC23-CCC4-926E-1D853621D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6AAB-83B6-4CB7-83E4-FE9A494419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BC1F1-B4D4-7DA1-6A84-1D3EA26ED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6E546-8D97-879C-310E-2AC2C41AE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30C4A-2F39-4367-A7D1-9B5790ED1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EE6D7-3F99-AA15-E8C7-F5C47B96D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20E9C-2170-43A5-24A1-C6B5CBC165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E90A3-9D77-10AF-FFBF-306BE4270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DE74F-E925-B7A1-5468-568DA7489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6AAB-83B6-4CB7-83E4-FE9A494419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FDB87-E093-BDF3-93FB-6BE8D6328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A65E6-6847-7873-F9A9-A187A0DE2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30C4A-2F39-4367-A7D1-9B5790ED1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929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22BB6-FD9E-2F72-39FC-2E7E80903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3E733-7DED-89C9-CF07-8AF2455CE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3CE4C2-9297-A3CD-7EF8-58E027D2B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0EDA29-0C19-C4D8-3F5A-2FAC17346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AD0213-C949-FA1D-9BC1-8678DD1980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0CF4C-8E41-C6EA-0216-0792E1D4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6AAB-83B6-4CB7-83E4-FE9A494419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4CCF96-3ECB-85E3-2060-F14D30B5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E8767A-EFF0-FD37-5844-F9331334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30C4A-2F39-4367-A7D1-9B5790ED1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788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E0FA6-86EB-AE84-9C38-9FE55242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6ED65-296D-121F-0803-5868F078D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6AAB-83B6-4CB7-83E4-FE9A494419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79B6D-AB28-64B3-2AD7-F4846D93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E48F9-FF8A-0A6D-2B38-BA0CB85B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30C4A-2F39-4367-A7D1-9B5790ED1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325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5B160-651F-940D-96F5-8FD224033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6AAB-83B6-4CB7-83E4-FE9A494419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0C40E5-6585-6C49-7D2B-234924C89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24E8F-77BD-A42E-FFB8-844215AD0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30C4A-2F39-4367-A7D1-9B5790ED1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166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0577-B6E0-B14C-BA95-5B97F1582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67AB7-CF81-2721-EB61-39863FB22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28B2C8-0291-F0FD-8E48-519AC2B2B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3F926-35E3-23DC-C2D2-6CCCDB011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6AAB-83B6-4CB7-83E4-FE9A494419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58121-F2B3-436D-3AF7-8C07B78C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3FBB0-6391-4DF8-0AF4-D2DBB995D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30C4A-2F39-4367-A7D1-9B5790ED1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564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2A0CD-D52E-CC95-EFF4-2D892F90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609AD2-8257-B005-E4F3-FB733E5134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6BF72-8165-96E3-1F70-CAEDBC8EE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F181D-2D45-4188-30B5-50BB06DD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6AAB-83B6-4CB7-83E4-FE9A494419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89386-47F3-1616-FBC8-4B72897AB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477E0-FC00-1F62-D839-3E0AF12B7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30C4A-2F39-4367-A7D1-9B5790ED1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18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451BC-C57D-4286-B946-EF28886CB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9631B-AF7F-2BAF-4ABE-58259180B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EB19F-23FB-9029-CC94-025393EC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6AAB-83B6-4CB7-83E4-FE9A494419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5BAE8-6003-FC9D-53E7-22839CC6F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030A3-81B2-0BEE-9FAC-64FC1DE27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30C4A-2F39-4367-A7D1-9B5790ED1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963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F25559-294C-6C8B-DD19-7ED69C8F99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697AD-5307-C685-4228-31F287A73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D0C7D-9375-B219-8D44-E512EB70E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6AAB-83B6-4CB7-83E4-FE9A494419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78A8A-59ED-05D9-49A9-D3BE98BC4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DE521-B08B-C23D-7A01-36B0B2F1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30C4A-2F39-4367-A7D1-9B5790ED1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26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A202CE-5028-7E54-5FA4-ABFC15AB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F70A6-B651-94AC-1F66-CD3E525A5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580AC-E4F0-CDA7-C13E-D87F7A6F12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CE6AAB-83B6-4CB7-83E4-FE9A494419B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8373C-5E95-97B6-4F6B-2334EC0876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D6592-047F-3035-D187-9318A1A6F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30C4A-2F39-4367-A7D1-9B5790ED1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525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E3282-6A0C-184C-4EA7-F45C153B30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43A00-3DC5-0C88-EF5C-5BCB17C648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901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jwen lobo</dc:creator>
  <cp:lastModifiedBy>jwen lobo</cp:lastModifiedBy>
  <cp:revision>1</cp:revision>
  <dcterms:created xsi:type="dcterms:W3CDTF">2026-02-03T12:01:33Z</dcterms:created>
  <dcterms:modified xsi:type="dcterms:W3CDTF">2026-02-03T12:01:41Z</dcterms:modified>
</cp:coreProperties>
</file>